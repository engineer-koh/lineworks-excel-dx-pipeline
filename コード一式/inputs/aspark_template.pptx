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56524899-8C90-4F18-88AE-251B8A5627C3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66FF66"/>
    <a:srgbClr val="75D8FF"/>
    <a:srgbClr val="005898"/>
    <a:srgbClr val="005EA2"/>
    <a:srgbClr val="31B7FF"/>
    <a:srgbClr val="CFE6FC"/>
    <a:srgbClr val="CBE0F5"/>
    <a:srgbClr val="CDE8F3"/>
    <a:srgbClr val="27A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6" autoAdjust="0"/>
    <p:restoredTop sz="94687" autoAdjust="0"/>
  </p:normalViewPr>
  <p:slideViewPr>
    <p:cSldViewPr snapToGrid="0">
      <p:cViewPr varScale="1">
        <p:scale>
          <a:sx n="78" d="100"/>
          <a:sy n="78" d="100"/>
        </p:scale>
        <p:origin x="854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B27835-E4B8-4D83-BADF-8C4B5AAB426C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1C3851-245D-48B1-A473-D43F0ECA2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1C3851-245D-48B1-A473-D43F0ECA27B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5032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2474FEE-5713-C373-A13C-77556888EAA2}"/>
              </a:ext>
            </a:extLst>
          </p:cNvPr>
          <p:cNvSpPr/>
          <p:nvPr userDrawn="1"/>
        </p:nvSpPr>
        <p:spPr>
          <a:xfrm>
            <a:off x="1082842" y="0"/>
            <a:ext cx="11109158" cy="66865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82E63BC-3F37-FA08-71D5-0F14CE2AA064}"/>
              </a:ext>
            </a:extLst>
          </p:cNvPr>
          <p:cNvSpPr/>
          <p:nvPr userDrawn="1"/>
        </p:nvSpPr>
        <p:spPr>
          <a:xfrm>
            <a:off x="1" y="0"/>
            <a:ext cx="1633263" cy="668655"/>
          </a:xfrm>
          <a:custGeom>
            <a:avLst/>
            <a:gdLst>
              <a:gd name="connsiteX0" fmla="*/ 0 w 1152000"/>
              <a:gd name="connsiteY0" fmla="*/ 0 h 1148316"/>
              <a:gd name="connsiteX1" fmla="*/ 1152000 w 1152000"/>
              <a:gd name="connsiteY1" fmla="*/ 0 h 1148316"/>
              <a:gd name="connsiteX2" fmla="*/ 1152000 w 1152000"/>
              <a:gd name="connsiteY2" fmla="*/ 1148316 h 1148316"/>
              <a:gd name="connsiteX3" fmla="*/ 0 w 1152000"/>
              <a:gd name="connsiteY3" fmla="*/ 1148316 h 1148316"/>
              <a:gd name="connsiteX4" fmla="*/ 0 w 1152000"/>
              <a:gd name="connsiteY4" fmla="*/ 0 h 1148316"/>
              <a:gd name="connsiteX0" fmla="*/ 0 w 1633263"/>
              <a:gd name="connsiteY0" fmla="*/ 0 h 1148316"/>
              <a:gd name="connsiteX1" fmla="*/ 1633263 w 1633263"/>
              <a:gd name="connsiteY1" fmla="*/ 0 h 1148316"/>
              <a:gd name="connsiteX2" fmla="*/ 1152000 w 1633263"/>
              <a:gd name="connsiteY2" fmla="*/ 1148316 h 1148316"/>
              <a:gd name="connsiteX3" fmla="*/ 0 w 1633263"/>
              <a:gd name="connsiteY3" fmla="*/ 1148316 h 1148316"/>
              <a:gd name="connsiteX4" fmla="*/ 0 w 1633263"/>
              <a:gd name="connsiteY4" fmla="*/ 0 h 1148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3263" h="1148316">
                <a:moveTo>
                  <a:pt x="0" y="0"/>
                </a:moveTo>
                <a:lnTo>
                  <a:pt x="1633263" y="0"/>
                </a:lnTo>
                <a:lnTo>
                  <a:pt x="1152000" y="1148316"/>
                </a:lnTo>
                <a:lnTo>
                  <a:pt x="0" y="114831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1BCFF"/>
              </a:gs>
              <a:gs pos="90000">
                <a:srgbClr val="0063AB"/>
              </a:gs>
            </a:gsLst>
            <a:lin ang="21594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タイトル 1"/>
          <p:cNvSpPr>
            <a:spLocks noGrp="1"/>
          </p:cNvSpPr>
          <p:nvPr>
            <p:ph type="title" hasCustomPrompt="1"/>
          </p:nvPr>
        </p:nvSpPr>
        <p:spPr>
          <a:xfrm>
            <a:off x="1803534" y="92355"/>
            <a:ext cx="7821729" cy="483943"/>
          </a:xfrm>
        </p:spPr>
        <p:txBody>
          <a:bodyPr/>
          <a:lstStyle>
            <a:lvl1pPr>
              <a:defRPr sz="2400" b="1"/>
            </a:lvl1pPr>
          </a:lstStyle>
          <a:p>
            <a:r>
              <a:rPr kumimoji="1" lang="ja-JP" altLang="en-US" dirty="0"/>
              <a:t>タイトル</a:t>
            </a:r>
          </a:p>
        </p:txBody>
      </p:sp>
      <p:sp>
        <p:nvSpPr>
          <p:cNvPr id="2" name="テキスト プレースホルダー 18"/>
          <p:cNvSpPr>
            <a:spLocks noGrp="1"/>
          </p:cNvSpPr>
          <p:nvPr>
            <p:ph type="body" sz="quarter" idx="15"/>
          </p:nvPr>
        </p:nvSpPr>
        <p:spPr>
          <a:xfrm>
            <a:off x="632460" y="1295400"/>
            <a:ext cx="10535920" cy="941070"/>
          </a:xfrm>
        </p:spPr>
        <p:txBody>
          <a:bodyPr/>
          <a:lstStyle>
            <a:lvl1pPr>
              <a:defRPr>
                <a:latin typeface="+mn-ea"/>
                <a:ea typeface="+mn-ea"/>
                <a:cs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3" name="Freeform 40"/>
          <p:cNvSpPr/>
          <p:nvPr userDrawn="1"/>
        </p:nvSpPr>
        <p:spPr>
          <a:xfrm>
            <a:off x="9885680" y="213610"/>
            <a:ext cx="1828800" cy="382659"/>
          </a:xfrm>
          <a:custGeom>
            <a:avLst/>
            <a:gdLst/>
            <a:ahLst/>
            <a:cxnLst/>
            <a:rect l="l" t="t" r="r" b="b"/>
            <a:pathLst>
              <a:path w="2967655" h="620954">
                <a:moveTo>
                  <a:pt x="0" y="0"/>
                </a:moveTo>
                <a:lnTo>
                  <a:pt x="2967655" y="0"/>
                </a:lnTo>
                <a:lnTo>
                  <a:pt x="2967655" y="620954"/>
                </a:lnTo>
                <a:lnTo>
                  <a:pt x="0" y="62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bg>
      <p:bgPr>
        <a:gradFill flip="none" rotWithShape="1">
          <a:gsLst>
            <a:gs pos="0">
              <a:srgbClr val="31B7FF"/>
            </a:gs>
            <a:gs pos="95000">
              <a:srgbClr val="005EA2"/>
            </a:gs>
          </a:gsLst>
          <a:lin ang="21594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B02B04FC-6C85-67E6-A8E1-930A62B249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lum bright="70000" contrast="-70000"/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7A9BA13-0FBD-13D5-8347-710AECC13C78}"/>
              </a:ext>
            </a:extLst>
          </p:cNvPr>
          <p:cNvSpPr/>
          <p:nvPr userDrawn="1"/>
        </p:nvSpPr>
        <p:spPr>
          <a:xfrm>
            <a:off x="398206" y="412955"/>
            <a:ext cx="11356259" cy="57666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glow rad="317500">
              <a:srgbClr val="005EA2">
                <a:alpha val="2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pic>
        <p:nvPicPr>
          <p:cNvPr id="40" name="グラフィックス 39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9444" y="1091545"/>
            <a:ext cx="2813112" cy="720009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724025" y="3045542"/>
            <a:ext cx="8743950" cy="949900"/>
          </a:xfrm>
        </p:spPr>
        <p:txBody>
          <a:bodyPr wrap="none" anchor="b">
            <a:noAutofit/>
          </a:bodyPr>
          <a:lstStyle>
            <a:lvl1pPr algn="ctr">
              <a:defRPr sz="6000" b="1" spc="300">
                <a:gradFill>
                  <a:gsLst>
                    <a:gs pos="0">
                      <a:srgbClr val="31B7FF"/>
                    </a:gs>
                    <a:gs pos="100000">
                      <a:srgbClr val="005EA2"/>
                    </a:gs>
                  </a:gsLst>
                  <a:lin ang="21594000" scaled="0"/>
                </a:gradFill>
                <a:effectLst>
                  <a:outerShdw blurRad="127000" dist="38100" dir="2700000" algn="tl" rotWithShape="0">
                    <a:srgbClr val="005898">
                      <a:alpha val="35000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研修タイトル</a:t>
            </a:r>
          </a:p>
        </p:txBody>
      </p:sp>
      <p:sp>
        <p:nvSpPr>
          <p:cNvPr id="15" name="テキスト プレースホルダー 9"/>
          <p:cNvSpPr>
            <a:spLocks noGrp="1"/>
          </p:cNvSpPr>
          <p:nvPr>
            <p:ph type="body" sz="quarter" idx="14" hasCustomPrompt="1"/>
          </p:nvPr>
        </p:nvSpPr>
        <p:spPr>
          <a:xfrm>
            <a:off x="8820653" y="6400412"/>
            <a:ext cx="2828925" cy="224060"/>
          </a:xfrm>
        </p:spPr>
        <p:txBody>
          <a:bodyPr>
            <a:noAutofit/>
          </a:bodyPr>
          <a:lstStyle>
            <a:lvl1pPr marL="0" indent="0" algn="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 altLang="ja-JP" dirty="0"/>
              <a:t>1</a:t>
            </a:r>
            <a:endParaRPr lang="ja-JP" altLang="en-US" dirty="0"/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D058BBEB-2855-D2A5-A767-0C2B73796E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2840" y="5383161"/>
            <a:ext cx="3228780" cy="67842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ja-JP" altLang="en-US"/>
              <a:t>所属</a:t>
            </a:r>
            <a:endParaRPr lang="en-US" altLang="ja-JP" dirty="0"/>
          </a:p>
          <a:p>
            <a:r>
              <a:rPr lang="ja-JP" altLang="en-US"/>
              <a:t>作者名</a:t>
            </a:r>
            <a:endParaRPr lang="ja-JP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bg>
      <p:bgPr>
        <a:gradFill flip="none" rotWithShape="1">
          <a:gsLst>
            <a:gs pos="0">
              <a:srgbClr val="31B7FF"/>
            </a:gs>
            <a:gs pos="50000">
              <a:srgbClr val="005EA2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/>
          <p:nvPr userDrawn="1"/>
        </p:nvGrpSpPr>
        <p:grpSpPr>
          <a:xfrm>
            <a:off x="4238593" y="-72330"/>
            <a:ext cx="7953408" cy="6930331"/>
            <a:chOff x="0" y="-28575"/>
            <a:chExt cx="3293895" cy="2737908"/>
          </a:xfrm>
        </p:grpSpPr>
        <p:sp>
          <p:nvSpPr>
            <p:cNvPr id="8" name="Freeform 3"/>
            <p:cNvSpPr/>
            <p:nvPr/>
          </p:nvSpPr>
          <p:spPr>
            <a:xfrm>
              <a:off x="0" y="0"/>
              <a:ext cx="3293895" cy="2709333"/>
            </a:xfrm>
            <a:custGeom>
              <a:avLst/>
              <a:gdLst/>
              <a:ahLst/>
              <a:cxnLst/>
              <a:rect l="l" t="t" r="r" b="b"/>
              <a:pathLst>
                <a:path w="3293895" h="2709333">
                  <a:moveTo>
                    <a:pt x="0" y="0"/>
                  </a:moveTo>
                  <a:lnTo>
                    <a:pt x="3293895" y="0"/>
                  </a:lnTo>
                  <a:lnTo>
                    <a:pt x="32938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ja-JP" altLang="en-US" sz="2000" dirty="0"/>
            </a:p>
          </p:txBody>
        </p:sp>
        <p:sp>
          <p:nvSpPr>
            <p:cNvPr id="9" name="TextBox 4"/>
            <p:cNvSpPr txBox="1"/>
            <p:nvPr/>
          </p:nvSpPr>
          <p:spPr>
            <a:xfrm>
              <a:off x="0" y="-28575"/>
              <a:ext cx="3293895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 sz="2000"/>
            </a:p>
          </p:txBody>
        </p:sp>
      </p:grpSp>
      <p:sp>
        <p:nvSpPr>
          <p:cNvPr id="59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8899139" y="6143185"/>
            <a:ext cx="2743200" cy="365125"/>
          </a:xfrm>
        </p:spPr>
        <p:txBody>
          <a:bodyPr/>
          <a:lstStyle>
            <a:lvl1pPr>
              <a:defRPr b="1">
                <a:solidFill>
                  <a:srgbClr val="545454"/>
                </a:solidFill>
              </a:defRPr>
            </a:lvl1pPr>
          </a:lstStyle>
          <a:p>
            <a:fld id="{DB143CDF-71D5-48D5-A8A3-4D2BF5A187F6}" type="slidenum">
              <a:rPr lang="ja-JP" altLang="en-US" smtClean="0"/>
              <a:t>‹#›</a:t>
            </a:fld>
            <a:endParaRPr lang="ja-JP" altLang="en-US" dirty="0"/>
          </a:p>
        </p:txBody>
      </p:sp>
      <p:sp>
        <p:nvSpPr>
          <p:cNvPr id="2" name="テキスト プレースホルダー 3"/>
          <p:cNvSpPr>
            <a:spLocks noGrp="1"/>
          </p:cNvSpPr>
          <p:nvPr>
            <p:ph type="body" sz="half" idx="2" hasCustomPrompt="1"/>
          </p:nvPr>
        </p:nvSpPr>
        <p:spPr>
          <a:xfrm>
            <a:off x="5982720" y="1331083"/>
            <a:ext cx="3932237" cy="305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defRPr/>
            </a:pPr>
            <a:r>
              <a:rPr lang="ja-JP" altLang="en-US" spc="160" dirty="0">
                <a:solidFill>
                  <a:srgbClr val="545454"/>
                </a:solidFill>
                <a:cs typeface="Calibri" panose="020F0502020204030204" pitchFamily="34" charset="0"/>
                <a:sym typeface="Roboto Condensed"/>
              </a:rPr>
              <a:t>タイトルを入れてください</a:t>
            </a:r>
            <a:endParaRPr lang="ja-JP" altLang="en-US" sz="1600" b="0" spc="160" dirty="0">
              <a:solidFill>
                <a:srgbClr val="545454"/>
              </a:solidFill>
              <a:latin typeface="+mn-lt"/>
              <a:ea typeface="+mn-ea"/>
              <a:cs typeface="Calibri" panose="020F0502020204030204" pitchFamily="34" charset="0"/>
              <a:sym typeface="Roboto Condensed"/>
            </a:endParaRPr>
          </a:p>
        </p:txBody>
      </p:sp>
      <p:sp>
        <p:nvSpPr>
          <p:cNvPr id="3" name="テキスト プレースホルダー 3"/>
          <p:cNvSpPr>
            <a:spLocks noGrp="1"/>
          </p:cNvSpPr>
          <p:nvPr>
            <p:ph type="body" sz="half" idx="13" hasCustomPrompt="1"/>
          </p:nvPr>
        </p:nvSpPr>
        <p:spPr>
          <a:xfrm>
            <a:off x="5982720" y="1020042"/>
            <a:ext cx="3932237" cy="305312"/>
          </a:xfrm>
        </p:spPr>
        <p:txBody>
          <a:bodyPr/>
          <a:lstStyle>
            <a:lvl1pPr marL="0" indent="0">
              <a:buNone/>
              <a:defRPr lang="en-US" altLang="ja-JP" sz="1600" b="0" spc="160" dirty="0">
                <a:solidFill>
                  <a:srgbClr val="545454"/>
                </a:solidFill>
                <a:cs typeface="Calibri" panose="020F0502020204030204" pitchFamily="34" charset="0"/>
                <a:sym typeface="Roboto Condensed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defRPr/>
            </a:pPr>
            <a:r>
              <a:rPr lang="en-US" altLang="ja-JP" sz="1600" b="0" spc="160" dirty="0">
                <a:solidFill>
                  <a:srgbClr val="545454"/>
                </a:solidFill>
                <a:latin typeface="+mn-lt"/>
                <a:ea typeface="+mn-ea"/>
                <a:cs typeface="Calibri" panose="020F0502020204030204" pitchFamily="34" charset="0"/>
                <a:sym typeface="Roboto Condensed"/>
              </a:rPr>
              <a:t>TITLE</a:t>
            </a:r>
          </a:p>
        </p:txBody>
      </p:sp>
      <p:sp>
        <p:nvSpPr>
          <p:cNvPr id="10" name="テキスト プレースホルダー 3"/>
          <p:cNvSpPr>
            <a:spLocks noGrp="1"/>
          </p:cNvSpPr>
          <p:nvPr>
            <p:ph type="body" sz="half" idx="14" hasCustomPrompt="1"/>
          </p:nvPr>
        </p:nvSpPr>
        <p:spPr>
          <a:xfrm>
            <a:off x="5982720" y="2235838"/>
            <a:ext cx="3932237" cy="305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defRPr/>
            </a:pPr>
            <a:r>
              <a:rPr lang="ja-JP" altLang="en-US" sz="1600" b="0" spc="160" dirty="0">
                <a:solidFill>
                  <a:srgbClr val="545454"/>
                </a:solidFill>
                <a:latin typeface="+mn-lt"/>
                <a:ea typeface="+mn-ea"/>
                <a:cs typeface="Calibri" panose="020F0502020204030204" pitchFamily="34" charset="0"/>
                <a:sym typeface="Roboto Condensed"/>
              </a:rPr>
              <a:t>タイトルを入れてください</a:t>
            </a:r>
          </a:p>
        </p:txBody>
      </p:sp>
      <p:sp>
        <p:nvSpPr>
          <p:cNvPr id="11" name="テキスト プレースホルダー 3"/>
          <p:cNvSpPr>
            <a:spLocks noGrp="1"/>
          </p:cNvSpPr>
          <p:nvPr>
            <p:ph type="body" sz="half" idx="15" hasCustomPrompt="1"/>
          </p:nvPr>
        </p:nvSpPr>
        <p:spPr>
          <a:xfrm>
            <a:off x="5982720" y="1924797"/>
            <a:ext cx="3932237" cy="305312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defRPr/>
            </a:pPr>
            <a:r>
              <a:rPr lang="en-US" altLang="ja-JP" sz="1600" b="0" spc="160" dirty="0">
                <a:solidFill>
                  <a:srgbClr val="545454"/>
                </a:solidFill>
                <a:latin typeface="+mn-lt"/>
                <a:ea typeface="+mn-ea"/>
                <a:cs typeface="Calibri" panose="020F0502020204030204" pitchFamily="34" charset="0"/>
                <a:sym typeface="Roboto Condensed"/>
              </a:rPr>
              <a:t>TITLE</a:t>
            </a:r>
          </a:p>
        </p:txBody>
      </p:sp>
      <p:sp>
        <p:nvSpPr>
          <p:cNvPr id="14" name="テキスト プレースホルダー 3"/>
          <p:cNvSpPr>
            <a:spLocks noGrp="1"/>
          </p:cNvSpPr>
          <p:nvPr>
            <p:ph type="body" sz="half" idx="16" hasCustomPrompt="1"/>
          </p:nvPr>
        </p:nvSpPr>
        <p:spPr>
          <a:xfrm>
            <a:off x="5982720" y="3155301"/>
            <a:ext cx="3932237" cy="305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defRPr/>
            </a:pPr>
            <a:r>
              <a:rPr lang="ja-JP" altLang="en-US" sz="1600" b="0" spc="160" dirty="0">
                <a:solidFill>
                  <a:srgbClr val="545454"/>
                </a:solidFill>
                <a:latin typeface="+mn-lt"/>
                <a:ea typeface="+mn-ea"/>
                <a:cs typeface="Calibri" panose="020F0502020204030204" pitchFamily="34" charset="0"/>
                <a:sym typeface="Roboto Condensed"/>
              </a:rPr>
              <a:t>タイトルを入れてください</a:t>
            </a:r>
          </a:p>
        </p:txBody>
      </p:sp>
      <p:sp>
        <p:nvSpPr>
          <p:cNvPr id="15" name="テキスト プレースホルダー 3"/>
          <p:cNvSpPr>
            <a:spLocks noGrp="1"/>
          </p:cNvSpPr>
          <p:nvPr>
            <p:ph type="body" sz="half" idx="17" hasCustomPrompt="1"/>
          </p:nvPr>
        </p:nvSpPr>
        <p:spPr>
          <a:xfrm>
            <a:off x="5982720" y="2844260"/>
            <a:ext cx="3932237" cy="305312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defRPr/>
            </a:pPr>
            <a:r>
              <a:rPr lang="en-US" altLang="ja-JP" sz="1600" b="0" spc="160" dirty="0">
                <a:solidFill>
                  <a:srgbClr val="545454"/>
                </a:solidFill>
                <a:latin typeface="+mn-lt"/>
                <a:ea typeface="+mn-ea"/>
                <a:cs typeface="Calibri" panose="020F0502020204030204" pitchFamily="34" charset="0"/>
                <a:sym typeface="Roboto Condensed"/>
              </a:rPr>
              <a:t>TITLE</a:t>
            </a:r>
          </a:p>
        </p:txBody>
      </p:sp>
      <p:sp>
        <p:nvSpPr>
          <p:cNvPr id="33" name="テキスト プレースホルダー 3"/>
          <p:cNvSpPr>
            <a:spLocks noGrp="1"/>
          </p:cNvSpPr>
          <p:nvPr>
            <p:ph type="body" sz="half" idx="20" hasCustomPrompt="1"/>
          </p:nvPr>
        </p:nvSpPr>
        <p:spPr>
          <a:xfrm>
            <a:off x="5982720" y="4055123"/>
            <a:ext cx="3932237" cy="305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defRPr/>
            </a:pPr>
            <a:r>
              <a:rPr lang="ja-JP" altLang="en-US" sz="1600" b="0" spc="160" dirty="0">
                <a:solidFill>
                  <a:srgbClr val="545454"/>
                </a:solidFill>
                <a:latin typeface="+mn-lt"/>
                <a:ea typeface="+mn-ea"/>
                <a:cs typeface="Calibri" panose="020F0502020204030204" pitchFamily="34" charset="0"/>
                <a:sym typeface="Roboto Condensed"/>
              </a:rPr>
              <a:t>タイトルを入れてください</a:t>
            </a:r>
          </a:p>
        </p:txBody>
      </p:sp>
      <p:sp>
        <p:nvSpPr>
          <p:cNvPr id="34" name="テキスト プレースホルダー 3"/>
          <p:cNvSpPr>
            <a:spLocks noGrp="1"/>
          </p:cNvSpPr>
          <p:nvPr>
            <p:ph type="body" sz="half" idx="21" hasCustomPrompt="1"/>
          </p:nvPr>
        </p:nvSpPr>
        <p:spPr>
          <a:xfrm>
            <a:off x="5982720" y="3744082"/>
            <a:ext cx="3932237" cy="305312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defRPr/>
            </a:pPr>
            <a:r>
              <a:rPr lang="en-US" altLang="ja-JP" sz="1600" b="0" spc="160" dirty="0">
                <a:solidFill>
                  <a:srgbClr val="545454"/>
                </a:solidFill>
                <a:latin typeface="+mn-lt"/>
                <a:ea typeface="+mn-ea"/>
                <a:cs typeface="Calibri" panose="020F0502020204030204" pitchFamily="34" charset="0"/>
                <a:sym typeface="Roboto Condensed"/>
              </a:rPr>
              <a:t>TITLE</a:t>
            </a:r>
          </a:p>
        </p:txBody>
      </p:sp>
      <p:sp>
        <p:nvSpPr>
          <p:cNvPr id="37" name="テキスト プレースホルダー 3"/>
          <p:cNvSpPr>
            <a:spLocks noGrp="1"/>
          </p:cNvSpPr>
          <p:nvPr>
            <p:ph type="body" sz="half" idx="23" hasCustomPrompt="1"/>
          </p:nvPr>
        </p:nvSpPr>
        <p:spPr>
          <a:xfrm>
            <a:off x="5982720" y="4937812"/>
            <a:ext cx="3932237" cy="305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defRPr/>
            </a:pPr>
            <a:r>
              <a:rPr lang="ja-JP" altLang="en-US" sz="1600" b="0" spc="160" dirty="0">
                <a:solidFill>
                  <a:srgbClr val="545454"/>
                </a:solidFill>
                <a:latin typeface="+mn-lt"/>
                <a:ea typeface="+mn-ea"/>
                <a:cs typeface="Calibri" panose="020F0502020204030204" pitchFamily="34" charset="0"/>
                <a:sym typeface="Roboto Condensed"/>
              </a:rPr>
              <a:t>タイトルを入れてください</a:t>
            </a:r>
          </a:p>
        </p:txBody>
      </p:sp>
      <p:sp>
        <p:nvSpPr>
          <p:cNvPr id="38" name="テキスト プレースホルダー 3"/>
          <p:cNvSpPr>
            <a:spLocks noGrp="1"/>
          </p:cNvSpPr>
          <p:nvPr>
            <p:ph type="body" sz="half" idx="24" hasCustomPrompt="1"/>
          </p:nvPr>
        </p:nvSpPr>
        <p:spPr>
          <a:xfrm>
            <a:off x="5982720" y="4626771"/>
            <a:ext cx="3932237" cy="305312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defRPr/>
            </a:pPr>
            <a:r>
              <a:rPr lang="en-US" altLang="ja-JP" sz="1600" b="0" spc="160" dirty="0">
                <a:solidFill>
                  <a:srgbClr val="545454"/>
                </a:solidFill>
                <a:latin typeface="+mn-lt"/>
                <a:ea typeface="+mn-ea"/>
                <a:cs typeface="Calibri" panose="020F0502020204030204" pitchFamily="34" charset="0"/>
                <a:sym typeface="Roboto Condensed"/>
              </a:rPr>
              <a:t>TITLE</a:t>
            </a: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EDFAAAA2-38BC-BC09-1922-5DBF22378EE3}"/>
              </a:ext>
            </a:extLst>
          </p:cNvPr>
          <p:cNvSpPr/>
          <p:nvPr userDrawn="1"/>
        </p:nvSpPr>
        <p:spPr>
          <a:xfrm>
            <a:off x="0" y="0"/>
            <a:ext cx="4259079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lum bright="70000" contrast="-70000"/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26" name="TextBox 21"/>
          <p:cNvSpPr txBox="1"/>
          <p:nvPr userDrawn="1"/>
        </p:nvSpPr>
        <p:spPr>
          <a:xfrm>
            <a:off x="549661" y="1301619"/>
            <a:ext cx="3656932" cy="4800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10"/>
              </a:lnSpc>
            </a:pPr>
            <a:r>
              <a:rPr lang="ja-JP" altLang="en-US" sz="2400" b="1" spc="256" dirty="0">
                <a:solidFill>
                  <a:srgbClr val="FFFFFF"/>
                </a:solidFill>
                <a:latin typeface="+mj-ea"/>
                <a:ea typeface="+mj-ea"/>
                <a:cs typeface="Noto Sans JP Bold"/>
                <a:sym typeface="Noto Sans JP Bold"/>
              </a:rPr>
              <a:t>研修内容</a:t>
            </a:r>
            <a:endParaRPr lang="en-US" sz="2400" b="1" spc="256" dirty="0">
              <a:solidFill>
                <a:srgbClr val="FFFFFF"/>
              </a:solidFill>
              <a:latin typeface="+mj-ea"/>
              <a:ea typeface="+mj-ea"/>
              <a:cs typeface="Noto Sans JP Bold"/>
              <a:sym typeface="Noto Sans JP Bold"/>
            </a:endParaRPr>
          </a:p>
        </p:txBody>
      </p:sp>
      <p:sp>
        <p:nvSpPr>
          <p:cNvPr id="31" name="TextBox 26"/>
          <p:cNvSpPr txBox="1"/>
          <p:nvPr userDrawn="1"/>
        </p:nvSpPr>
        <p:spPr>
          <a:xfrm>
            <a:off x="549661" y="673485"/>
            <a:ext cx="2444428" cy="634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200" b="1" spc="19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Condensed Bold"/>
              </a:rPr>
              <a:t>OUT LINE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"/>
          <p:cNvGrpSpPr/>
          <p:nvPr userDrawn="1"/>
        </p:nvGrpSpPr>
        <p:grpSpPr>
          <a:xfrm flipV="1">
            <a:off x="632460" y="998771"/>
            <a:ext cx="11082020" cy="45719"/>
            <a:chOff x="0" y="0"/>
            <a:chExt cx="4274726" cy="12555"/>
          </a:xfrm>
        </p:grpSpPr>
        <p:sp>
          <p:nvSpPr>
            <p:cNvPr id="10" name="Freeform 3"/>
            <p:cNvSpPr/>
            <p:nvPr/>
          </p:nvSpPr>
          <p:spPr>
            <a:xfrm>
              <a:off x="0" y="0"/>
              <a:ext cx="4274726" cy="12555"/>
            </a:xfrm>
            <a:custGeom>
              <a:avLst/>
              <a:gdLst/>
              <a:ahLst/>
              <a:cxnLst/>
              <a:rect l="l" t="t" r="r" b="b"/>
              <a:pathLst>
                <a:path w="4274726" h="12555">
                  <a:moveTo>
                    <a:pt x="0" y="0"/>
                  </a:moveTo>
                  <a:lnTo>
                    <a:pt x="4274726" y="0"/>
                  </a:lnTo>
                  <a:lnTo>
                    <a:pt x="4274726" y="12555"/>
                  </a:lnTo>
                  <a:lnTo>
                    <a:pt x="0" y="12555"/>
                  </a:lnTo>
                  <a:close/>
                </a:path>
              </a:pathLst>
            </a:custGeom>
            <a:gradFill rotWithShape="1">
              <a:gsLst>
                <a:gs pos="0">
                  <a:srgbClr val="75D8FF"/>
                </a:gs>
                <a:gs pos="100000">
                  <a:srgbClr val="005EA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gradFill>
                <a:gsLst>
                  <a:gs pos="0">
                    <a:srgbClr val="75D8FF"/>
                  </a:gs>
                  <a:gs pos="100000">
                    <a:srgbClr val="005EA2"/>
                  </a:gs>
                </a:gsLst>
                <a:lin ang="21594000" scaled="0"/>
              </a:gradFill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" name="TextBox 4"/>
            <p:cNvSpPr txBox="1"/>
            <p:nvPr/>
          </p:nvSpPr>
          <p:spPr>
            <a:xfrm>
              <a:off x="0" y="-28575"/>
              <a:ext cx="4274726" cy="41130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3" name="Freeform 40"/>
          <p:cNvSpPr/>
          <p:nvPr userDrawn="1"/>
        </p:nvSpPr>
        <p:spPr>
          <a:xfrm>
            <a:off x="9885680" y="469108"/>
            <a:ext cx="1828800" cy="382659"/>
          </a:xfrm>
          <a:custGeom>
            <a:avLst/>
            <a:gdLst/>
            <a:ahLst/>
            <a:cxnLst/>
            <a:rect l="l" t="t" r="r" b="b"/>
            <a:pathLst>
              <a:path w="2967655" h="620954">
                <a:moveTo>
                  <a:pt x="0" y="0"/>
                </a:moveTo>
                <a:lnTo>
                  <a:pt x="2967655" y="0"/>
                </a:lnTo>
                <a:lnTo>
                  <a:pt x="2967655" y="620954"/>
                </a:lnTo>
                <a:lnTo>
                  <a:pt x="0" y="62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8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8899139" y="6143185"/>
            <a:ext cx="2743200" cy="365125"/>
          </a:xfrm>
        </p:spPr>
        <p:txBody>
          <a:bodyPr/>
          <a:lstStyle>
            <a:lvl1pPr>
              <a:defRPr b="1">
                <a:solidFill>
                  <a:srgbClr val="545454"/>
                </a:solidFill>
              </a:defRPr>
            </a:lvl1pPr>
          </a:lstStyle>
          <a:p>
            <a:fld id="{DB143CDF-71D5-48D5-A8A3-4D2BF5A187F6}" type="slidenum">
              <a:rPr lang="ja-JP" altLang="en-US" smtClean="0"/>
              <a:t>‹#›</a:t>
            </a:fld>
            <a:endParaRPr lang="ja-JP" altLang="en-US" dirty="0"/>
          </a:p>
        </p:txBody>
      </p:sp>
      <p:sp>
        <p:nvSpPr>
          <p:cNvPr id="19" name="タイトル 1"/>
          <p:cNvSpPr>
            <a:spLocks noGrp="1"/>
          </p:cNvSpPr>
          <p:nvPr>
            <p:ph type="title" hasCustomPrompt="1"/>
          </p:nvPr>
        </p:nvSpPr>
        <p:spPr>
          <a:xfrm>
            <a:off x="632460" y="469108"/>
            <a:ext cx="9130376" cy="483943"/>
          </a:xfrm>
        </p:spPr>
        <p:txBody>
          <a:bodyPr/>
          <a:lstStyle>
            <a:lvl1pPr>
              <a:defRPr sz="2400" b="1"/>
            </a:lvl1pPr>
          </a:lstStyle>
          <a:p>
            <a:r>
              <a:rPr kumimoji="1" lang="ja-JP" altLang="en-US" dirty="0"/>
              <a:t>タイトル</a:t>
            </a:r>
          </a:p>
        </p:txBody>
      </p:sp>
      <p:sp>
        <p:nvSpPr>
          <p:cNvPr id="3" name="テキスト ボックス 2"/>
          <p:cNvSpPr txBox="1"/>
          <p:nvPr userDrawn="1"/>
        </p:nvSpPr>
        <p:spPr>
          <a:xfrm>
            <a:off x="549662" y="6231311"/>
            <a:ext cx="19935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sz="1200" b="1" dirty="0">
                <a:solidFill>
                  <a:schemeClr val="tx1"/>
                </a:solidFill>
              </a:rPr>
              <a:t>© 2024 Aspark. Co., Ltd</a:t>
            </a:r>
            <a:endParaRPr lang="ja-JP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62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40"/>
          <p:cNvSpPr/>
          <p:nvPr userDrawn="1"/>
        </p:nvSpPr>
        <p:spPr>
          <a:xfrm>
            <a:off x="9885680" y="469108"/>
            <a:ext cx="1828800" cy="382659"/>
          </a:xfrm>
          <a:custGeom>
            <a:avLst/>
            <a:gdLst/>
            <a:ahLst/>
            <a:cxnLst/>
            <a:rect l="l" t="t" r="r" b="b"/>
            <a:pathLst>
              <a:path w="2967655" h="620954">
                <a:moveTo>
                  <a:pt x="0" y="0"/>
                </a:moveTo>
                <a:lnTo>
                  <a:pt x="2967655" y="0"/>
                </a:lnTo>
                <a:lnTo>
                  <a:pt x="2967655" y="620954"/>
                </a:lnTo>
                <a:lnTo>
                  <a:pt x="0" y="62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</p:sp>
      <p:sp>
        <p:nvSpPr>
          <p:cNvPr id="15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8899139" y="6143185"/>
            <a:ext cx="2743200" cy="365125"/>
          </a:xfrm>
        </p:spPr>
        <p:txBody>
          <a:bodyPr/>
          <a:lstStyle>
            <a:lvl1pPr>
              <a:defRPr b="1">
                <a:solidFill>
                  <a:srgbClr val="545454"/>
                </a:solidFill>
              </a:defRPr>
            </a:lvl1pPr>
          </a:lstStyle>
          <a:p>
            <a:fld id="{DB143CDF-71D5-48D5-A8A3-4D2BF5A187F6}" type="slidenum">
              <a:rPr lang="ja-JP" altLang="en-US" smtClean="0"/>
              <a:t>‹#›</a:t>
            </a:fld>
            <a:endParaRPr lang="ja-JP" altLang="en-US" dirty="0"/>
          </a:p>
        </p:txBody>
      </p:sp>
      <p:sp>
        <p:nvSpPr>
          <p:cNvPr id="16" name="タイトル 1"/>
          <p:cNvSpPr>
            <a:spLocks noGrp="1"/>
          </p:cNvSpPr>
          <p:nvPr>
            <p:ph type="title" hasCustomPrompt="1"/>
          </p:nvPr>
        </p:nvSpPr>
        <p:spPr>
          <a:xfrm>
            <a:off x="632460" y="469108"/>
            <a:ext cx="9130376" cy="483943"/>
          </a:xfrm>
        </p:spPr>
        <p:txBody>
          <a:bodyPr/>
          <a:lstStyle>
            <a:lvl1pPr>
              <a:defRPr sz="2400" b="1"/>
            </a:lvl1pPr>
          </a:lstStyle>
          <a:p>
            <a:r>
              <a:rPr kumimoji="1" lang="ja-JP" altLang="en-US" dirty="0"/>
              <a:t>タイトル</a:t>
            </a:r>
          </a:p>
        </p:txBody>
      </p:sp>
      <p:sp>
        <p:nvSpPr>
          <p:cNvPr id="17" name="正方形/長方形 16"/>
          <p:cNvSpPr/>
          <p:nvPr userDrawn="1"/>
        </p:nvSpPr>
        <p:spPr>
          <a:xfrm>
            <a:off x="632460" y="1330036"/>
            <a:ext cx="4902201" cy="45291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Freeform 9"/>
          <p:cNvSpPr/>
          <p:nvPr/>
        </p:nvSpPr>
        <p:spPr>
          <a:xfrm>
            <a:off x="6812279" y="1330035"/>
            <a:ext cx="4902201" cy="4529193"/>
          </a:xfrm>
          <a:custGeom>
            <a:avLst/>
            <a:gdLst/>
            <a:ahLst/>
            <a:cxnLst/>
            <a:rect l="l" t="t" r="r" b="b"/>
            <a:pathLst>
              <a:path w="2248669" h="816970">
                <a:moveTo>
                  <a:pt x="0" y="0"/>
                </a:moveTo>
                <a:lnTo>
                  <a:pt x="2248669" y="0"/>
                </a:lnTo>
                <a:lnTo>
                  <a:pt x="2248669" y="816970"/>
                </a:lnTo>
                <a:lnTo>
                  <a:pt x="0" y="816970"/>
                </a:lnTo>
                <a:close/>
              </a:path>
            </a:pathLst>
          </a:custGeom>
          <a:solidFill>
            <a:srgbClr val="CFE6FC"/>
          </a:solidFill>
        </p:spPr>
      </p:sp>
      <p:sp>
        <p:nvSpPr>
          <p:cNvPr id="21" name="TextBox 10"/>
          <p:cNvSpPr txBox="1"/>
          <p:nvPr/>
        </p:nvSpPr>
        <p:spPr>
          <a:xfrm>
            <a:off x="6812279" y="1171618"/>
            <a:ext cx="4902201" cy="468761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60"/>
              </a:lnSpc>
            </a:pPr>
            <a:endParaRPr/>
          </a:p>
        </p:txBody>
      </p:sp>
      <p:sp>
        <p:nvSpPr>
          <p:cNvPr id="23" name="Freeform 15"/>
          <p:cNvSpPr/>
          <p:nvPr/>
        </p:nvSpPr>
        <p:spPr>
          <a:xfrm rot="5400000">
            <a:off x="5868526" y="3162174"/>
            <a:ext cx="609887" cy="533651"/>
          </a:xfrm>
          <a:custGeom>
            <a:avLst/>
            <a:gdLst/>
            <a:ahLst/>
            <a:cxnLst/>
            <a:rect l="l" t="t" r="r" b="b"/>
            <a:pathLst>
              <a:path w="812800" h="711200">
                <a:moveTo>
                  <a:pt x="406400" y="0"/>
                </a:moveTo>
                <a:lnTo>
                  <a:pt x="812800" y="711200"/>
                </a:lnTo>
                <a:lnTo>
                  <a:pt x="0" y="711200"/>
                </a:lnTo>
                <a:lnTo>
                  <a:pt x="406400" y="0"/>
                </a:lnTo>
                <a:close/>
              </a:path>
            </a:pathLst>
          </a:custGeom>
          <a:solidFill>
            <a:srgbClr val="0070C0"/>
          </a:solidFill>
        </p:spPr>
      </p:sp>
      <p:sp>
        <p:nvSpPr>
          <p:cNvPr id="27" name="テキスト プレースホルダー 26"/>
          <p:cNvSpPr>
            <a:spLocks noGrp="1"/>
          </p:cNvSpPr>
          <p:nvPr>
            <p:ph type="body" sz="quarter" idx="13"/>
          </p:nvPr>
        </p:nvSpPr>
        <p:spPr>
          <a:xfrm>
            <a:off x="949124" y="2438250"/>
            <a:ext cx="4248351" cy="2314353"/>
          </a:xfrm>
        </p:spPr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28" name="テキスト プレースホルダー 26"/>
          <p:cNvSpPr>
            <a:spLocks noGrp="1"/>
          </p:cNvSpPr>
          <p:nvPr>
            <p:ph type="body" sz="quarter" idx="14"/>
          </p:nvPr>
        </p:nvSpPr>
        <p:spPr>
          <a:xfrm>
            <a:off x="7139203" y="2440762"/>
            <a:ext cx="4248351" cy="231184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29" name="テキスト ボックス 28"/>
          <p:cNvSpPr txBox="1"/>
          <p:nvPr userDrawn="1"/>
        </p:nvSpPr>
        <p:spPr>
          <a:xfrm>
            <a:off x="549662" y="6231311"/>
            <a:ext cx="19935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sz="1200" b="1" dirty="0">
                <a:solidFill>
                  <a:schemeClr val="tx1"/>
                </a:solidFill>
              </a:rPr>
              <a:t>© 2024 Aspark. Co., Ltd</a:t>
            </a:r>
            <a:endParaRPr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1A576BC-F7F2-43EC-7912-AA06E0DBCDEB}"/>
              </a:ext>
            </a:extLst>
          </p:cNvPr>
          <p:cNvSpPr/>
          <p:nvPr userDrawn="1"/>
        </p:nvSpPr>
        <p:spPr>
          <a:xfrm>
            <a:off x="632460" y="1330035"/>
            <a:ext cx="4902201" cy="62658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807F5E7-BED4-EA4B-DEA0-803EBE72B795}"/>
              </a:ext>
            </a:extLst>
          </p:cNvPr>
          <p:cNvSpPr/>
          <p:nvPr userDrawn="1"/>
        </p:nvSpPr>
        <p:spPr>
          <a:xfrm>
            <a:off x="6812279" y="1330035"/>
            <a:ext cx="4902201" cy="626583"/>
          </a:xfrm>
          <a:prstGeom prst="rect">
            <a:avLst/>
          </a:prstGeom>
          <a:gradFill>
            <a:gsLst>
              <a:gs pos="0">
                <a:srgbClr val="17A7FF"/>
              </a:gs>
              <a:gs pos="95000">
                <a:srgbClr val="0063AB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bg>
      <p:bgPr>
        <a:gradFill flip="none" rotWithShape="1">
          <a:gsLst>
            <a:gs pos="0">
              <a:srgbClr val="17A7FF"/>
            </a:gs>
            <a:gs pos="95000">
              <a:srgbClr val="0063AB"/>
            </a:gs>
          </a:gsLst>
          <a:lin ang="21594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2010F49-9E73-0613-01E3-A42465F042D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lum bright="70000" contrast="-70000"/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B51CD5C-DEF3-0CF7-35DA-665B87B28DB2}"/>
              </a:ext>
            </a:extLst>
          </p:cNvPr>
          <p:cNvSpPr/>
          <p:nvPr userDrawn="1"/>
        </p:nvSpPr>
        <p:spPr>
          <a:xfrm>
            <a:off x="398206" y="412955"/>
            <a:ext cx="11356259" cy="57666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glow rad="317500">
              <a:srgbClr val="005EA2">
                <a:alpha val="2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9" name="TextBox 5"/>
          <p:cNvSpPr txBox="1"/>
          <p:nvPr userDrawn="1"/>
        </p:nvSpPr>
        <p:spPr>
          <a:xfrm>
            <a:off x="1527257" y="1701017"/>
            <a:ext cx="9137486" cy="1758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spc="600" dirty="0" err="1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  <a:cs typeface="Noto Sans JP Bold"/>
                <a:sym typeface="Noto Sans JP Bold"/>
              </a:rPr>
              <a:t>ご清聴いただき</a:t>
            </a:r>
            <a:endParaRPr lang="en-US" sz="4000" b="1" spc="600" dirty="0">
              <a:solidFill>
                <a:schemeClr val="tx1">
                  <a:lumMod val="75000"/>
                </a:schemeClr>
              </a:solidFill>
              <a:latin typeface="+mj-ea"/>
              <a:ea typeface="+mj-ea"/>
              <a:cs typeface="Noto Sans JP Bold"/>
              <a:sym typeface="Noto Sans JP Bold"/>
            </a:endParaRPr>
          </a:p>
          <a:p>
            <a:pPr algn="ctr">
              <a:lnSpc>
                <a:spcPct val="150000"/>
              </a:lnSpc>
            </a:pPr>
            <a:r>
              <a:rPr lang="en-US" sz="4000" b="1" spc="600" dirty="0" err="1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  <a:cs typeface="Noto Sans JP Bold"/>
                <a:sym typeface="Noto Sans JP Bold"/>
              </a:rPr>
              <a:t>ありがとうございました</a:t>
            </a:r>
            <a:endParaRPr lang="en-US" sz="4000" b="1" spc="600" dirty="0">
              <a:solidFill>
                <a:schemeClr val="tx1">
                  <a:lumMod val="75000"/>
                </a:schemeClr>
              </a:solidFill>
              <a:latin typeface="+mj-ea"/>
              <a:ea typeface="+mj-ea"/>
              <a:cs typeface="Noto Sans JP Bold"/>
              <a:sym typeface="Noto Sans JP Bold"/>
            </a:endParaRPr>
          </a:p>
        </p:txBody>
      </p:sp>
      <p:sp>
        <p:nvSpPr>
          <p:cNvPr id="10" name="TextBox 6"/>
          <p:cNvSpPr txBox="1"/>
          <p:nvPr userDrawn="1"/>
        </p:nvSpPr>
        <p:spPr>
          <a:xfrm>
            <a:off x="2171137" y="3702468"/>
            <a:ext cx="7849725" cy="10562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spc="1097" dirty="0" err="1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  <a:cs typeface="Noto Sans JP Bold"/>
                <a:sym typeface="Noto Sans JP Bold"/>
              </a:rPr>
              <a:t>これから一緒にアスパークを</a:t>
            </a:r>
            <a:endParaRPr lang="en-US" sz="2400" b="1" spc="1097" dirty="0">
              <a:solidFill>
                <a:schemeClr val="tx1">
                  <a:lumMod val="75000"/>
                </a:schemeClr>
              </a:solidFill>
              <a:latin typeface="+mn-ea"/>
              <a:ea typeface="+mn-ea"/>
              <a:cs typeface="Noto Sans JP Bold"/>
              <a:sym typeface="Noto Sans JP Bold"/>
            </a:endParaRPr>
          </a:p>
          <a:p>
            <a:pPr algn="ctr">
              <a:lnSpc>
                <a:spcPct val="150000"/>
              </a:lnSpc>
            </a:pPr>
            <a:r>
              <a:rPr lang="en-US" sz="2400" b="1" spc="1097" dirty="0" err="1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  <a:cs typeface="Noto Sans JP Bold"/>
                <a:sym typeface="Noto Sans JP Bold"/>
              </a:rPr>
              <a:t>盛り上げていきましょう</a:t>
            </a:r>
            <a:r>
              <a:rPr lang="en-US" sz="2400" b="1" spc="1097" dirty="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  <a:cs typeface="Noto Sans JP Bold"/>
                <a:sym typeface="Noto Sans JP Bold"/>
              </a:rPr>
              <a:t>！</a:t>
            </a:r>
          </a:p>
        </p:txBody>
      </p: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12E203D1-196D-D5FD-7352-7E6FD4A6A5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23" y="6426882"/>
            <a:ext cx="2828925" cy="224060"/>
          </a:xfrm>
        </p:spPr>
        <p:txBody>
          <a:bodyPr>
            <a:noAutofit/>
          </a:bodyPr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ja-JP" altLang="en-US" dirty="0"/>
              <a:t>改定日</a:t>
            </a:r>
            <a:r>
              <a:rPr lang="ja-JP" altLang="en-US"/>
              <a:t>：</a:t>
            </a:r>
            <a:r>
              <a:rPr lang="en-US" altLang="ja-JP" dirty="0"/>
              <a:t>2026</a:t>
            </a:r>
            <a:r>
              <a:rPr lang="ja-JP" altLang="en-US"/>
              <a:t>年</a:t>
            </a:r>
            <a:r>
              <a:rPr lang="en-US" altLang="ja-JP" dirty="0"/>
              <a:t>1</a:t>
            </a:r>
            <a:r>
              <a:rPr lang="ja-JP" altLang="en-US"/>
              <a:t>月</a:t>
            </a:r>
            <a:r>
              <a:rPr lang="en-US" altLang="ja-JP" dirty="0"/>
              <a:t>24</a:t>
            </a:r>
            <a:r>
              <a:rPr lang="ja-JP" altLang="en-US"/>
              <a:t>日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DD04B9F-4D7C-A592-BAE5-3EE94B18B46E}"/>
              </a:ext>
            </a:extLst>
          </p:cNvPr>
          <p:cNvSpPr txBox="1"/>
          <p:nvPr userDrawn="1"/>
        </p:nvSpPr>
        <p:spPr>
          <a:xfrm>
            <a:off x="4681538" y="6373943"/>
            <a:ext cx="2828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sz="1200" b="1" dirty="0">
                <a:solidFill>
                  <a:schemeClr val="bg1"/>
                </a:solidFill>
              </a:rPr>
              <a:t>© 2024 Aspark. Co., Ltd</a:t>
            </a:r>
            <a:endParaRPr lang="ja-JP" altLang="en-US" sz="1200" b="1" dirty="0">
              <a:solidFill>
                <a:schemeClr val="bg1"/>
              </a:solidFill>
            </a:endParaRPr>
          </a:p>
        </p:txBody>
      </p:sp>
      <p:sp>
        <p:nvSpPr>
          <p:cNvPr id="28" name="テキスト プレースホルダー 9">
            <a:extLst>
              <a:ext uri="{FF2B5EF4-FFF2-40B4-BE49-F238E27FC236}">
                <a16:creationId xmlns:a16="http://schemas.microsoft.com/office/drawing/2014/main" id="{90287B27-4F3C-0E6C-74A8-BC35BB7CE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20653" y="6400412"/>
            <a:ext cx="2828925" cy="224060"/>
          </a:xfrm>
        </p:spPr>
        <p:txBody>
          <a:bodyPr>
            <a:noAutofit/>
          </a:bodyPr>
          <a:lstStyle>
            <a:lvl1pPr marL="0" indent="0" algn="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 altLang="ja-JP" dirty="0"/>
              <a:t>1</a:t>
            </a:r>
            <a:endParaRPr lang="ja-JP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43CDF-71D5-48D5-A8A3-4D2BF5A187F6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49" r:id="rId2"/>
    <p:sldLayoutId id="2147483650" r:id="rId3"/>
    <p:sldLayoutId id="2147483655" r:id="rId4"/>
    <p:sldLayoutId id="2147483653" r:id="rId5"/>
    <p:sldLayoutId id="2147483654" r:id="rId6"/>
  </p:sldLayoutIdLst>
  <p:hf hdr="0" ftr="0" dt="0"/>
  <p:txStyles>
    <p:titleStyle>
      <a:lvl1pPr indent="-230505" algn="l" defTabSz="914400" rtl="0" eaLnBrk="1" latinLnBrk="0" hangingPunct="1">
        <a:lnSpc>
          <a:spcPct val="120000"/>
        </a:lnSpc>
        <a:spcBef>
          <a:spcPts val="60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6798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2">
      <a:dk1>
        <a:srgbClr val="545454"/>
      </a:dk1>
      <a:lt1>
        <a:srgbClr val="FFFFFF"/>
      </a:lt1>
      <a:dk2>
        <a:srgbClr val="FFFFFF"/>
      </a:dk2>
      <a:lt2>
        <a:srgbClr val="EFEFEF"/>
      </a:lt2>
      <a:accent1>
        <a:srgbClr val="93A1DF"/>
      </a:accent1>
      <a:accent2>
        <a:srgbClr val="F7AC00"/>
      </a:accent2>
      <a:accent3>
        <a:srgbClr val="22B295"/>
      </a:accent3>
      <a:accent4>
        <a:srgbClr val="2CB1E7"/>
      </a:accent4>
      <a:accent5>
        <a:srgbClr val="FA8591"/>
      </a:accent5>
      <a:accent6>
        <a:srgbClr val="FFFFFF"/>
      </a:accent6>
      <a:hlink>
        <a:srgbClr val="0563C1"/>
      </a:hlink>
      <a:folHlink>
        <a:srgbClr val="954F72"/>
      </a:folHlink>
    </a:clrScheme>
    <a:fontScheme name="ユーザー定義 2">
      <a:majorFont>
        <a:latin typeface="Arial"/>
        <a:ea typeface="游ゴシック"/>
        <a:cs typeface=""/>
      </a:majorFont>
      <a:minorFont>
        <a:latin typeface="Arial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>
            <a:lumMod val="40000"/>
            <a:lumOff val="60000"/>
          </a:schemeClr>
        </a:solidFill>
      </a:spPr>
      <a:bodyPr rtlCol="0" anchor="t" anchorCtr="1"/>
      <a:lstStyle>
        <a:defPPr algn="l">
          <a:defRPr kumimoji="1" sz="1600" b="1" dirty="0" smtClean="0">
            <a:solidFill>
              <a:srgbClr val="0033CC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2036</TotalTime>
  <Words>1</Words>
  <Application>Microsoft Office PowerPoint</Application>
  <PresentationFormat>ワイド画面</PresentationFormat>
  <Paragraphs>1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Arial</vt:lpstr>
      <vt:lpstr>Calibri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2301677 aspark</dc:creator>
  <cp:lastModifiedBy>孝一 末永</cp:lastModifiedBy>
  <cp:revision>86</cp:revision>
  <dcterms:created xsi:type="dcterms:W3CDTF">2024-08-19T02:44:00Z</dcterms:created>
  <dcterms:modified xsi:type="dcterms:W3CDTF">2026-09-11T07:25:01Z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1041-11.8.2.8498</vt:lpwstr>
  </property>
</Properties>
</file>